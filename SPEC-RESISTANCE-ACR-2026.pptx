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Felipe Affonso from Oklahoma State University. I will talk about what language models do when a shopper asks them what to buy: they read the product specifications almost perfectly, and they still refuse to recommend the best product. I will show what they say when they do that, where the preference comes from, and what consumers do with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shopping assistants are everywhere now. ChatGPT has 900 million weekly users and shopping built in. Amazon's assistant was used by 300 million customers last year. Google's AI Mode searches 50 billion listings. These assistants compare products and in some cases complete the purchase. When you delegate a purchase to a human agent, two things protect you: disclosure rules and the ability to ask why. When the agent is a model, its preferences come from training text, it cannot tell when they conflict with what you asked, and it writes a fluent explanation anyway. This talk measures that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when a shopper asks a model what to buy, does the model recommend the best product, and if not, why not? The setting matters. The model sees a table of five products with every specification and every price. One product is the best on quality and price by construction, and we gave it an invented brand name. The other four are real brands. So the only thing the best product lacks is a familiar name. One more thing about the setting: the assistant here is the model itself, answering from the table. No tools, no browsing. Whatever the model prefers, every shopping agent built on it inherits.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when a shopper asks a model what to buy, does the model recommend the best product, and if not, why not? The setting matters. The model sees a table of five products with every specification and every price. One product is the best on quality and price by construction, and we gave it an invented brand name. The other four are real brands. So the only thing the best product lacks is a familiar name. One more thing about the setting: the assistant here is the model itself, answering from the table. No tools, no browsing. Whatever the model prefers, every shopping agent built on it inherits.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when a shopper asks a model what to buy, does the model recommend the best product, and if not, why not? The setting matters. The model sees a table of five products with every specification and every price. One product is the best on quality and price by construction, and we gave it an invented brand name. The other four are real brands. So the only thing the best product lacks is a familiar name. One more thing about the setting: the assistant here is the model itself, answering from the table. No tools, no browsing. Whatever the model prefers, every shopping agent built on it inherits.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when a shopper asks a model what to buy, does the model recommend the best product, and if not, why not? The setting matters. The model sees a table of five products with every specification and every price. One product is the best on quality and price by construction, and we gave it an invented brand name. The other four are real brands. So the only thing the best product lacks is a familiar name. One more thing about the setting: the assistant here is the model itself, answering from the table. No tools, no browsing. Whatever the model prefers, every shopping agent built on it inherits.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when a shopper asks a model what to buy, does the model recommend the best product, and if not, why not? The setting matters. The model sees a table of five products with every specification and every price. One product is the best on quality and price by construction, and we gave it an invented brand name. The other four are real brands. So the only thing the best product lacks is a familiar name. One more thing about the setting: the assistant here is the model itself, answering from the table. No tools, no browsing. Whatever the model prefers, every shopping agent built on it inherits.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example, from Claude Opus 4.7, with the prompt exactly as it was sent. The customer asks for over-ear noise-cancelling headphones for commuting and focus work, 150 to 300 dollars. The model sees these five, each with the same reviews. The prompt listed them in the order E, C, A, D, B, and the card sorts them by letter. The last one, E, Sonaray, is our invented brand, and it is the best: the strongest noise cancelling, the longest battery, the lightest, at 150 dollars. The model recommends the JBL. It says the JBL has strong noise cancelling, an excellent 50-hour battery and LDAC support, and that it is the best value. Every one of those reasons is as strong or stronger in the Sonaray, which costs 100 dollars less. The brand is never mentioned. And this is not a rare answer: on this request, Claude Opus 4.7 passed over the Sonaray in all twenty of its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example, from Claude Opus 4.7, with the prompt exactly as it was sent. The customer asks for over-ear noise-cancelling headphones for commuting and focus work, 150 to 300 dollars. The model sees these five, each with the same reviews. The prompt listed them in the order E, C, A, D, B, and the card sorts them by letter. The last one, E, Sonaray, is our invented brand, and it is the best: the strongest noise cancelling, the longest battery, the lightest, at 150 dollars. The model recommends the JBL. It says the JBL has strong noise cancelling, an excellent 50-hour battery and LDAC support, and that it is the best value. Every one of those reasons is as strong or stronger in the Sonaray, which costs 100 dollars less. The brand is never mentioned. And this is not a rare answer: on this request, Claude Opus 4.7 passed over the Sonaray in all twenty of its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example, from Claude Opus 4.7, with the prompt exactly as it was sent. The customer asks for over-ear noise-cancelling headphones for commuting and focus work, 150 to 300 dollars. The model sees these five, each with the same reviews. The prompt listed them in the order E, C, A, D, B, and the card sorts them by letter. The last one, E, Sonaray, is our invented brand, and it is the best: the strongest noise cancelling, the longest battery, the lightest, at 150 dollars. The model recommends the JBL. It says the JBL has strong noise cancelling, an excellent 50-hour battery and LDAC support, and that it is the best value. Every one of those reasons is as strong or stronger in the Sonaray, which costs 100 dollars less. The brand is never mentioned. And this is not a rare answer: on this request, Claude Opus 4.7 passed over the Sonaray in all twenty of its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What the models recommend. What they say when they do it, and where the preference comes from. And what consumers do with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34 tables like the headphones one, in twenty categories, and sent every table to thirty models from seven providers, twenty times each, in thirty-two conditions: 627,491 recommendations. We count one thing: a non-optimal recommendation is a recommendation of any product other than the best one. Under an open request different trade-offs are allowed, so it is not always a wrong answer. We count how often it happens and then change one thing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34 tables like the headphones one, in twenty categories, and sent every table to thirty models from seven providers, twenty times each, in thirty-two conditions: 627,491 recommendations. We count one thing: a non-optimal recommendation is a recommendation of any product other than the best one. Under an open request different trade-offs are allowed, so it is not always a wrong answer. We count how often it happens and then change one thing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can the models tell which product is best? Yes. We gave twelve models a request that says exactly what the shopper needs, like this one: a coffee maker with a manual lever, no electricity, adjustable pressure, under a hundred dollars. Only one of the five coffee makers meets all four. The models picked it ninety-nine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ordinary case. The shopper asks openly, like this: noise-cancelling headphones for commuting and focus work, a hundred and fifty to three hundred dollars, which do you recommend? Across thirty models and thirty-four tables, one open request in four ends in a product that is not the best one. And it is not a cheaper compromise. In ninety-six percent of those cases the recommended product costs more than the best one, typically fifty dollars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ordinary case. The shopper asks openly, like this: noise-cancelling headphones for commuting and focus work, a hundred and fifty to three hundred dollars, which do you recommend? Across thirty models and thirty-four tables, one open request in four ends in a product that is not the best one. And it is not a cheaper compromise. In ninety-six percent of those cases the recommended product costs more than the best one, typically fifty dollars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models do this most? The more capable ones. Small models miss the best product fifteen percent of the time, mid-size models twenty-three, large models thirty. Within one company it climbs with the size of the model: Claude Haiku eighteen percent, Sonnet thirty-five, Opus 4.7 fifty-nine. GPT-4.1 Mini nine percent, GPT-5.4 forty-nine. Two pairs run the other way, so it is a pattern,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models do this most? The more capable ones. Small models miss the best product fifteen percent of the time, mid-size models twenty-three, large models thirty. Within one company it climbs with the size of the model: Claude Haiku eighteen percent, Sonnet thirty-five, Opus 4.7 fifty-nine. GPT-4.1 Mini nine percent, GPT-5.4 forty-nine. Two pairs run the other way, so it is a pattern,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models do this most? The more capable ones. Small models miss the best product fifteen percent of the time, mid-size models twenty-three, large models thirty. Within one company it climbs with the size of the model: Claude Haiku eighteen percent, Sonnet thirty-five, Opus 4.7 fifty-nine. GPT-4.1 Mini nine percent, GPT-5.4 forty-nine. Two pairs run the other way, so it is a pattern,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models do this most? The more capable ones. Small models miss the best product fifteen percent of the time, mid-size models twenty-three, large models thirty. Within one company it climbs with the size of the model: Claude Haiku eighteen percent, Sonnet thirty-five, Opus 4.7 fifty-nine. GPT-4.1 Mini nine percent, GPT-5.4 forty-nine. Two pairs run the other way, so it is a pattern,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where? The misses cluster in categories where people talk about brands. Coffee makers, fifty-nine percent. Headphones, fifty-six. And they nearly vanish where people talk about specifications: keyboards,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they miss? There are two explanations. An open request lets the model weigh the features its own way, and that is allowed. Or the familiar name pulls it. To tell them apart, we ran every table again with the names hidden. Sony becomes Brand A, Bose becomes Brand D. Same products, same prices, same specifications, same request. Only the names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they miss? There are two explanations. An open request lets the model weigh the features its own way, and that is allowed. Or the familiar name pulls it. To tell them apart, we ran every table again with the names hidden. Sony becomes Brand A, Bose becomes Brand D. Same products, same prices, same specifications, same request. Only the names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they miss? There are two explanations. An open request lets the model weigh the features its own way, and that is allowed. Or the familiar name pulls it. To tell them apart, we ran every table again with the names hidden. Sony becomes Brand A, Bose becomes Brand D. Same products, same prices, same specifications, same request. Only the names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With the names hidden, fifteen percent miss the best product. With the real names, twenty-five. So the real brand names make a worse recommendation one point seven times as 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With the names hidden, fifteen percent miss the best product. With the real names, twenty-five. So the real brand names make a worse recommendation one point seven times as 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is not one model. Each row is one model: coral with the real names, green with the names hidden. In twenty-nine of thirty models the real names raise the rate. In Claude Opus 4.7, at the top, they nearly triple it, from twenty-one to fifty-nine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going away with newer models? In September we ran the newest ones on the same tables. All eight have a higher rate with the real names. Claude Fable 5.1, forty-eight percent against eighteen with the names hidden. GPT-5.6-sol, thirty-five against twelve.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fifteen percent still miss with the names hidden? Part of it is allowed: an open request lets the model weigh features its own way. But look at what hiding the names leaves in place. This is exactly what the model read. The Bose name is gone, but the description still says Immersive Audio and CustomTune, Bose's own feature names. The Sony description still opens with industry-leading noise cancelling, Sony's own slogan. In the web text the models learned from, those words appear right next to the brand names. So the preference for the brand spills over to the words themselves, and hiding the name does not hide the brand. In a few minutes we will see this directly: promotional text raised the choice of our invented brand even when its name was hidden. The full effect of the brand is likely larger than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fifteen percent still miss with the names hidden? Part of it is allowed: an open request lets the model weigh features its own way. But look at what hiding the names leaves in place. This is exactly what the model read. The Bose name is gone, but the description still says Immersive Audio and CustomTune, Bose's own feature names. The Sony description still opens with industry-leading noise cancelling, Sony's own slogan. In the web text the models learned from, those words appear right next to the brand names. So the preference for the brand spills over to the words themselves, and hiding the name does not hide the brand. In a few minutes we will see this directly: promotional text raised the choice of our invented brand even when its name was hidden. The full effect of the brand is likely larger than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fifteen percent still miss with the names hidden? Part of it is allowed: an open request lets the model weigh features its own way. But look at what hiding the names leaves in place. This is exactly what the model read. The Bose name is gone, but the description still says Immersive Audio and CustomTune, Bose's own feature names. The Sony description still opens with industry-leading noise cancelling, Sony's own slogan. In the web text the models learned from, those words appear right next to the brand names. So the preference for the brand spills over to the words themselves, and hiding the name does not hide the brand. In a few minutes we will see this directly: promotional text raised the choice of our invented brand even when its name was hidden. The full effect of the brand is likely larger than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fifteen percent still miss with the names hidden? Part of it is allowed: an open request lets the model weigh features its own way. But look at what hiding the names leaves in place. This is exactly what the model read. The Bose name is gone, but the description still says Immersive Audio and CustomTune, Bose's own feature names. The Sony description still opens with industry-leading noise cancelling, Sony's own slogan. In the web text the models learned from, those words appear right next to the brand names. So the preference for the brand spills over to the words themselves, and hiding the name does not hide the brand. In a few minutes we will see this directly: promotional text raised the choice of our invented brand even when its name was hidden. The full effect of the brand is likely larger than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the shopper fix it by saying what matters? A little. A vague preference leaves twenty-two percent. Priorities in order, with the brand listed as not important, still leave seventeen percent of recommendations that are not the best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the shopper fix it by saying what matters? A little. A vague preference leaves twenty-two percent. Priorities in order, with the brand listed as not important, still leave seventeen percent of recommendations that are not the best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the shopper fix it by saying what matters? A little. A vague preference leaves twenty-two percent. Priorities in order, with the brand listed as not important, still leave seventeen percent of recommendations that are not the best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the shopper fix it by saying what matters? A little. A vague preference leaves twenty-two percent. Priorities in order, with the brand listed as not important, still leave seventeen percent of recommendations that are not the best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shopper rules out a brand? It gets worse. I do not want anything from this brand raises the rate to twenty-nine percent. I had a bad experience with this brand raises it to thirty-seven. The model does not move to the best product. It moves to another famous brand. Asking for lesser-known brands does work, down to two percent, but only because the best product is the one lesser-known brand on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the shopper rules out a brand? It gets worse. I do not want anything from this brand raises the rate to twenty-nine percent. I had a bad experience with this brand raises it to thirty-seven. The model does not move to the best product. It moves to another famous brand. Asking for lesser-known brands does work, down to two percent, but only because the best product is the one lesser-known brand on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the models say. Here is the answer from our example: every reason is a feature, and the brand is never mentioned. Three quarters of the misses are explained with product features only. Even when the shopper lists priorities and says brand is irrelevant, the model writes that the De'Longhi is the best match for your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the models say. Here is the answer from our example: every reason is a feature, and the brand is never mentioned. Three quarters of the misses are explained with product features only. Even when the shopper lists priorities and says brand is irrelevant, the model writes that the De'Longhi is the best match for your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vocabulary gives the source away. When models recommend a De'Longhi coffee maker, they write froth in eighty-one percent of the answers, and never for any other brand. For Beyerdynamic headphones, studio, sixty-five percent. That is the brands' own advertising language. And when we ask the model afterwards whether the name mattered, most admit some influence. The explanation the shopper reads never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vocabulary gives the source away. When models recommend a De'Longhi coffee maker, they write froth in eighty-one percent of the answers, and never for any other brand. For Beyerdynamic headphones, studio, sixty-five percent. That is the brands' own advertising language. And when we ask the model afterwards whether the name mattered, most admit some influence. The explanation the shopper reads never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preference come from? We made one. We invented a brand, Axelion, and fine-tuned GPT-4o-mini on a hundred promotional paragraphs about it. Before training, the model recommended Axelion a third of the time when Axelion was the best product. After neutral text, no change. After the promotional text, half the time. Advertising text alone creates the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part that explains the fifteen percent. On six tables we tested the trained model with Axelion's name shown and with it hidden. With the name shown, training raised the choice of Axelion from 23 to 37 percent. With the name hidden, it still rose, from 18 to 25. The promotional text taught the model to like the product's words, not only its name. That is why hiding the names on our tables did not hide the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part that explains the fifteen percent. On six tables we tested the trained model with Axelion's name shown and with it hidden. With the name shown, training raised the choice of Axelion from 23 to 37 percent. With the name hidden, it still rose, from 18 to 25. The promotional text taught the model to like the product's words, not only its name. That is why hiding the names on our tables did not hide the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consumers follow? In Study 1A, 798 people saw a coffee maker table like the ones the models saw. With no recommendation, 31 percent chose the familiar brand. With the familiar-brand recommendation, word for word as a model wrote it, 64 percent did: 33 points. With earbuds, 44 to 72. Study 2 added protections. A warning under the recommendation brought it from 72 to 60 percent. A side-by-side comparison of the specifications brought it to 55. Neither removed it. More than half still chose the familiar brand with the better product's numbers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3 made it as real as we could. Seven hundred and sixty-nine people chose any product they actually wanted and chatted with an AI shopping assistant. It showed them seven products, and a lesser-known one was the best. Behind the scenes each person got one of three assistants. One recommended a familiar brand and explained it with features. One recommended the best product. One recommended nothing and just showed the products. When the assistant recommended the familiar brand, people chose it nineteen points more often. When it recommended the best product, they chose that twenty-seven points more often. People follow the assistant either way, so what the assistant prefers decides a large share of what they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3 made it as real as we could. Seven hundred and sixty-nine people chose any product they actually wanted and chatted with an AI shopping assistant. It showed them seven products, and a lesser-known one was the best. Behind the scenes each person got one of three assistants. One recommended a familiar brand and explained it with features. One recommended the best product. One recommended nothing and just showed the products. When the assistant recommended the familiar brand, people chose it nineteen points more often. When it recommended the best product, they chose that twenty-seven points more often. People follow the assistant either way, so what the assistant prefers decides a large share of what they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First, AI assistants are not neutral advisers. They bring preferences of their own, learned from the text they were trained on, into the advice they give. Second, people follow that advice, and the explanation they read never shows the preference behind it. Third, the same learned preferences may shape advice in other choices too, schools, doctors, funds, and that is the next question. And for brands, being recommended now depends on what the models learned, not only on what shoppers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First, AI assistants are not neutral advisers. They bring preferences of their own, learned from the text they were trained on, into the advice they give. Second, people follow that advice, and the explanation they read never shows the preference behind it. Third, the same learned preferences may shape advice in other choices too, schools, doctors, funds, and that is the next question. And for brands, being recommended now depends on what the models learned, not only on what shoppers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First, AI assistants are not neutral advisers. They bring preferences of their own, learned from the text they were trained on, into the advice they give. Second, people follow that advice, and the explanation they read never shows the preference behind it. Third, the same learned preferences may shape advice in other choices too, schools, doctors, funds, and that is the next question. And for brands, being recommended now depends on what the models learned, not only on what shoppers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First, AI assistants are not neutral advisers. They bring preferences of their own, learned from the text they were trained on, into the advice they give. Second, people follow that advice, and the explanation they read never shows the preference behind it. Third, the same learned preferences may shape advice in other choices too, schools, doctors, funds, and that is the next question. And for brands, being recommended now depends on what the models learned, not only on what shoppers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First, AI assistants are not neutral advisers. They bring preferences of their own, learned from the text they were trained on, into the advice they give. Second, people follow that advice, and the explanation they read never shows the preference behind it. Third, the same learned preferences may shape advice in other choices too, schools, doctors, funds, and that is the next question. And for brands, being recommended now depends on what the models learned, not only on what shoppers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limitations. These are stated choices, not purchases. The best product had an invented name, so a preference for the familiar and distrust of the unknown are not separated. And the categories were built for control, not sampled from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data, the code and an interactive explorer of every result are at these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language models that perfectly evaluate products systematically refuse to recommend the best one</dc:title>
  <dc:subject>PptxGenJS Presentation</dc:subject>
  <dc:creator>PptxGenJS</dc:creator>
  <cp:lastModifiedBy>PptxGenJS</cp:lastModifiedBy>
  <cp:revision>1</cp:revision>
  <dcterms:created xsi:type="dcterms:W3CDTF">2026-09-24T00:56:16Z</dcterms:created>
  <dcterms:modified xsi:type="dcterms:W3CDTF">2026-09-24T00:56:16Z</dcterms:modified>
</cp:coreProperties>
</file>